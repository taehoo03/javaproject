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14405-26D2-7CB3-701F-375588398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93FE9A-748E-789E-9935-AA4C14429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8D1DA6-10AF-3197-83A0-2CDE0EB27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921A6C-2B7E-0BCF-0763-8996877C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40441B-5240-093F-C1E4-7754C103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732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50615-F308-E362-2C70-23BB0E8D1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453EB-1701-F406-FFB9-82B00EAC8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25FAB4-03ED-9683-79F5-3CC62DFE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D26B5C-6B35-A13E-25B6-A1218E35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183476-58FA-E995-0EF8-9C6756671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94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ACD08-CD84-31BC-C159-94EC4048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B33D37-9C9F-9F0E-7F3E-3EDED8080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BBDD7-1F5D-2432-E374-4711907B6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BE3F1A-2244-CEDA-905F-AF116297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48816C-185B-94B9-A650-4EF089FA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10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155586-C731-76D2-B202-971F02BC5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D85ED1-FFEA-989B-F562-E55C9ADE8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3EEE69-6A00-BA4F-B166-127E0B07B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E7B9F-439E-34A4-680D-F5F0BB885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0CD89E-3047-6ECA-4F4B-2ECE36BD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59290E-1393-254C-F965-4CC761CD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138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BD3AD-359C-8EE8-416C-1329349BF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FC9FC-8385-424D-60F3-7BF12F1A2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F0CE7C-3156-F12F-5623-9BD7D7630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B18182-2936-4D2F-292F-AA0DA7A7C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A51ADF-E3F4-0820-6893-F0487AD30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49FA58A-D768-55CD-486B-41509183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B22360-3868-6113-6585-23897710B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033BB9-9368-F42A-DF67-E60C38D0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75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15321-06E7-BB09-CC2C-9BBBC21FB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8A080-7BE4-5D45-48D3-F272130B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ABAA3B-ED7A-E331-A39B-4D5A6272C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2C2577-AC73-52AB-3E49-1FC9401F9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69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4F6A9D-8C8D-AB5F-D9D1-C23FE54ED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71D765-ED1F-CFAA-9691-1EFE1E13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ADEA71-CB43-D32B-635E-D926CCF7A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204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0AD6E-0094-B5D9-7214-114E4AB1F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1B5DF4-7445-AA50-E669-46C267642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67A1C8-33EF-BF5E-E9C9-A8A7AC1B9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B9309C-2D78-9382-696A-FC827A17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5A79D1-DED7-27DF-C65B-2DB2C0297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355B04-4B40-E6B4-0EAE-50A22DAE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02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BDC1D-CFFA-E530-83DA-E14FA4CD6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486B51-0292-1574-6636-4AF374F59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3A579D-A5DB-B525-EAA9-AAD465A53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1E9D23-3615-AF66-CD14-9F416318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0D4C7B-2FCB-1B1B-FF17-D19C80A8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43589D-63EB-EE29-C148-AB7F8F58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18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C084D-17B2-92EB-33FA-A0C3E049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90085A-08A0-9ABD-9046-8D1EA1D25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F0111F-6F61-4789-6F52-57DE00F6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9131F-FB5F-A00A-D8F7-585A2BEC1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E3C92A-E68F-78D2-64F8-CBA1D496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30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0F3AB5-FFEE-3B3E-0957-2C251DDCF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17EA7F-AAD6-6571-31DE-BBFF9DD0B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BCD274-3376-475E-77E7-E9968F2C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B2F667-60BB-81D1-241B-1A9741AB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B85020-625F-EA8A-337E-383A2ACC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05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8CD3A1-1FB8-2842-6D1C-333745002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D7F593-2F8B-8285-6B6C-D35C6D94A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0087EC-8556-B78F-30B2-5C024A700B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728CB-F448-48BC-98EC-C96E6C17503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D0DE3-7DB2-12B0-8ACD-F24BA2604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92D4EE-EAA5-AEA1-7B7D-1CD17AC3B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B0975-F328-4B1D-8330-6A1A43AF1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430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88C270-1A19-0B50-2FDC-717908ED0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2833"/>
            <a:ext cx="10515600" cy="54841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dirty="0"/>
              <a:t>초기 데이터 </a:t>
            </a:r>
            <a:r>
              <a:rPr lang="en-US" altLang="ko-KR" dirty="0"/>
              <a:t>27,4,37,2,62,12,59,16,49,18</a:t>
            </a:r>
          </a:p>
          <a:p>
            <a:pPr marL="0" indent="0">
              <a:buNone/>
            </a:pPr>
            <a:r>
              <a:rPr lang="ko-KR" altLang="en-US" dirty="0"/>
              <a:t>피벗을 </a:t>
            </a:r>
            <a:r>
              <a:rPr lang="en-US" altLang="ko-KR" dirty="0"/>
              <a:t>27</a:t>
            </a:r>
            <a:r>
              <a:rPr lang="ko-KR" altLang="en-US" dirty="0"/>
              <a:t>로 설정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값 </a:t>
            </a:r>
            <a:r>
              <a:rPr lang="en-US" altLang="ko-KR" dirty="0"/>
              <a:t>: 4,2,12,16,18/27(</a:t>
            </a:r>
            <a:r>
              <a:rPr lang="ko-KR" altLang="en-US" dirty="0"/>
              <a:t>피벗</a:t>
            </a:r>
            <a:r>
              <a:rPr lang="en-US" altLang="ko-KR" dirty="0"/>
              <a:t>)/37,62,59,49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왼쪽 값 피벗을 </a:t>
            </a:r>
            <a:r>
              <a:rPr lang="en-US" altLang="ko-KR" dirty="0"/>
              <a:t>4</a:t>
            </a:r>
            <a:r>
              <a:rPr lang="ko-KR" altLang="en-US" dirty="0"/>
              <a:t>로 설정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2/4(</a:t>
            </a:r>
            <a:r>
              <a:rPr lang="ko-KR" altLang="en-US" dirty="0"/>
              <a:t>피벗</a:t>
            </a:r>
            <a:r>
              <a:rPr lang="en-US" altLang="ko-KR" dirty="0"/>
              <a:t>)/12,16,48</a:t>
            </a:r>
          </a:p>
          <a:p>
            <a:pPr marL="0" indent="0">
              <a:buNone/>
            </a:pPr>
            <a:r>
              <a:rPr lang="ko-KR" altLang="en-US" dirty="0"/>
              <a:t>오른쪽 값 피벗을 </a:t>
            </a:r>
            <a:r>
              <a:rPr lang="en-US" altLang="ko-KR" dirty="0"/>
              <a:t>37</a:t>
            </a:r>
            <a:r>
              <a:rPr lang="ko-KR" altLang="en-US" dirty="0" err="1"/>
              <a:t>로설정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37(</a:t>
            </a:r>
            <a:r>
              <a:rPr lang="ko-KR" altLang="en-US" dirty="0"/>
              <a:t>피벗</a:t>
            </a:r>
            <a:r>
              <a:rPr lang="en-US" altLang="ko-KR" dirty="0"/>
              <a:t>)/62,59,49</a:t>
            </a:r>
          </a:p>
          <a:p>
            <a:pPr marL="0" indent="0">
              <a:buNone/>
            </a:pPr>
            <a:r>
              <a:rPr lang="ko-KR" altLang="en-US" dirty="0"/>
              <a:t>오른쪽 피벗을 </a:t>
            </a:r>
            <a:r>
              <a:rPr lang="en-US" altLang="ko-KR" dirty="0"/>
              <a:t>62</a:t>
            </a:r>
            <a:r>
              <a:rPr lang="ko-KR" altLang="en-US" dirty="0"/>
              <a:t>로 설정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59,49/62(</a:t>
            </a:r>
            <a:r>
              <a:rPr lang="ko-KR" altLang="en-US" dirty="0"/>
              <a:t>피벗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오른쪽 피벗 </a:t>
            </a:r>
            <a:r>
              <a:rPr lang="en-US" altLang="ko-KR" dirty="0"/>
              <a:t>59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49/59(</a:t>
            </a:r>
            <a:r>
              <a:rPr lang="ko-KR" altLang="en-US" dirty="0"/>
              <a:t>피벗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결과 </a:t>
            </a:r>
            <a:r>
              <a:rPr lang="en-US" altLang="ko-KR" dirty="0"/>
              <a:t>: 2,4,12,16,18,27,37,49,59,62</a:t>
            </a: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5252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Z54202</dc:creator>
  <cp:lastModifiedBy>Z54202</cp:lastModifiedBy>
  <cp:revision>1</cp:revision>
  <dcterms:created xsi:type="dcterms:W3CDTF">2026-08-21T06:50:22Z</dcterms:created>
  <dcterms:modified xsi:type="dcterms:W3CDTF">2026-08-21T06:50:57Z</dcterms:modified>
</cp:coreProperties>
</file>