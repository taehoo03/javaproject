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99F412-C019-2DDC-F2A3-875B6E113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5D35D5-16E2-9350-2CBB-37B26E937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E07F0E-836D-5206-29F7-B4FBBE4B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1AA38-7099-B865-A0DA-E3347179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D05625-C6AC-53FD-9C41-D75E3E6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92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AAED6B-2988-F1EB-E39E-85900AA2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3FAC9D-9599-CB00-ABEF-BB2C1DCFB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7F037-C867-4118-997C-C9D6E14D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ED5598-059B-DC60-B65F-357C7888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010AA-0C95-9224-0C0A-F358D486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786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A8F3F-22E0-98DE-3F17-861E87A0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3750E1-4EBA-17AD-A546-64F64F0D6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BC254-3D5B-836A-160B-F38D2211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FABC1-09F2-9713-BCA2-3669EC7F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878EF2-E141-5C96-2E1D-9F4E94CF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824E4-6F04-A7BF-8BBC-B11FA1A9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E6025-B5F4-9AD2-7CCB-423D2D383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FAA2F5-87C1-31D8-9D3F-BC1319581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79AAB3-6BA0-407C-2DB4-7257311D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DAFC3-723C-959F-A61E-FE9EECB02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84AE65-F215-01EE-3B07-6B99C799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89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40032-73D2-F8FF-724A-981D1593C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D710D9-9A59-EC57-84E5-D71041402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C6A092-D8A9-C2AE-0A22-3D5532D33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B3D2A7E-3D0D-092E-E984-0ECFBAEB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8ED50B-1CB6-5A45-8E81-F48695ED5E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4C6A0B-6B59-D486-E8F7-D3965F849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ECF198-0416-AF15-178B-CF87AC95B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1EB65E-8303-F8CD-EE62-9FCB23A42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26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8FF14-5822-F4FF-B70B-04D2726B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D66056-D234-7FA3-879E-1600C9F3F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E0FA8-1184-408E-BC6C-0663BFC2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B30567-29EC-DD2F-BA08-69DCC64A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66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21FA184-7F5E-FC39-33FF-493AED12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66D4F86-8D5A-033E-FB23-4AA7221A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02260-F7FC-BA3F-4623-5AD3ED67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157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C4104-8791-1746-E445-CDE5DB98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14CDD-DD65-9725-E388-DF0B8B0CB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5F0000-ACF0-1EA8-628B-C93C4E56D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C09A8A-B603-CC35-2CB2-24D9AE9B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497A67-3A0C-E004-F3BE-158A7A68C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95F50E-6B2D-EE5C-C202-ED20CB6A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89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35301-BB65-2AB3-FEA9-464803734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F082485-2F59-8A89-D308-FC7EC6ECB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64CD6-E8EA-C96A-11E3-1D86B39DF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A1A5B-9A2C-4BC8-B1B5-259099CAA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2EF647-7EB7-5CC9-BC50-8FE99163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683859-7D51-0E4F-410B-D253BFB0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147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11A36-EF14-61AF-3DCD-1C0F283A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0A475D-7E69-A597-319C-80A48AEF2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EC0ED0-A175-0E5E-DF11-3468F2AA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6BD125-BE6C-ED37-11C1-BE2F6FBD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759795-48CF-8EB2-1CDD-538F89DC9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076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B360CD-13CB-E6A8-7BCD-28812BAF4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EF37A2-0065-CBDD-CA40-EB85353E0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F63B8-C101-BD22-D0B8-0DF5DF60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175698-9591-5FDA-788C-F2F50476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36BC1B-F4BD-937F-BF95-7BFAF49F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31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CC2D86D-AD79-5A73-48C7-15EA2B75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A42CB7-4537-F619-7499-8F71AB88D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782826-EA3C-CFE5-5644-C7BA53667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92D782-9BA0-4CB1-875F-FF18392D4986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F98D31-8239-ACA3-5E67-191B86C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EB8F8C-F73D-7EFC-422F-C17A2C3D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157215-31F0-44B5-8EF9-AB748C004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18962-1313-9191-99C6-576F5BF8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희소 행렬 </a:t>
            </a:r>
            <a:r>
              <a:rPr lang="en-US" altLang="ko-KR" dirty="0"/>
              <a:t>3</a:t>
            </a:r>
            <a:r>
              <a:rPr lang="ko-KR" altLang="en-US"/>
              <a:t>원소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5B3DC0-B2E8-9D04-0CBF-C73A8434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행</a:t>
            </a:r>
            <a:r>
              <a:rPr lang="en-US" altLang="ko-KR" dirty="0"/>
              <a:t>7,0,0,1,2,2,2,3,4,5,6,6</a:t>
            </a:r>
          </a:p>
          <a:p>
            <a:r>
              <a:rPr lang="ko-KR" altLang="en-US" dirty="0"/>
              <a:t>열</a:t>
            </a:r>
            <a:r>
              <a:rPr lang="en-US" altLang="ko-KR" dirty="0"/>
              <a:t>7,0,4,6,1,2,5,3,2,0,0,5</a:t>
            </a:r>
          </a:p>
          <a:p>
            <a:r>
              <a:rPr lang="ko-KR" altLang="en-US" dirty="0"/>
              <a:t>값</a:t>
            </a:r>
            <a:r>
              <a:rPr lang="en-US" altLang="ko-KR" dirty="0"/>
              <a:t>11,20,9,-3,29,-6,7,3,11,5,-1,-8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5308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희소 행렬 3원소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Z54202</dc:creator>
  <cp:lastModifiedBy>Z54202</cp:lastModifiedBy>
  <cp:revision>1</cp:revision>
  <dcterms:created xsi:type="dcterms:W3CDTF">2026-08-13T01:17:25Z</dcterms:created>
  <dcterms:modified xsi:type="dcterms:W3CDTF">2026-08-13T01:18:41Z</dcterms:modified>
</cp:coreProperties>
</file>