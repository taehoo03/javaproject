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759367-A368-8FC9-DEFC-5F84D89F7A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C15019-0FEB-CC1E-0E6E-0FCBDF01C9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60C832-CA70-33C8-8152-02BF82AA6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44AAB-C1E7-47D0-819B-A54121C85BE0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0E3141-F01E-7034-5595-A3BBA07DA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42704C-38EC-1D41-4836-195B2A00E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46FA-F0BE-4AEE-8681-F231D6A1BF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8886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D4C22-A9A1-A387-4A18-78823012F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2E2A2B-74A3-0D16-6361-3E84E8F31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47CD81-7BDC-7EF1-5BA5-19ACF82E4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44AAB-C1E7-47D0-819B-A54121C85BE0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0FC92E-4A48-6906-CCF4-0937C1591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87E29F-3870-D5C8-EBC1-30E153E76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46FA-F0BE-4AEE-8681-F231D6A1BF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7074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BDFB73-0154-09DA-CDE7-458466BC0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563E92-86C6-56C5-60EC-F88DCEB96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BCA830-F262-F555-6A57-039135960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44AAB-C1E7-47D0-819B-A54121C85BE0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70471E-C51E-2F0F-027E-039C5161F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622685-829B-3914-CC89-59AFCAFF4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46FA-F0BE-4AEE-8681-F231D6A1BF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845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70546E-0386-104C-0B71-30F6A3F81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320E1B-AF62-9ADE-683E-3361124629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3FCB20A-3728-8135-B159-B559432DFC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E2F9EA-7D9F-CD85-B24A-BC6878A5D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44AAB-C1E7-47D0-819B-A54121C85BE0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14C768-876A-B6BA-3648-D61428EAF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3D956C-1CA3-B11B-9EE5-85AD9A5C4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46FA-F0BE-4AEE-8681-F231D6A1BF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3421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CB820A-8175-FFCE-6640-D3C05B0E5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4A711F-7573-F6DF-CFCB-8AFC1161A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E4CBDBD-F5B1-0A12-3C92-6D63C33CC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53C7064-70E3-51D0-7A2B-837856FC65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3719D23-4EF6-E889-BB45-38E6C2AA9C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A4C50B8-370F-2AE9-76D6-D385CEA66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44AAB-C1E7-47D0-819B-A54121C85BE0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95FC984-3911-FD28-A534-92536CB2B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869B2F2-75B7-2368-2B13-004F2B77F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46FA-F0BE-4AEE-8681-F231D6A1BF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875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B7C23C-C524-4222-7D76-28D411708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408F319-7A1E-A344-6A47-6FB3AE6A9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44AAB-C1E7-47D0-819B-A54121C85BE0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82ED7AA-CECC-36E4-47B9-85E554EE3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8AE33EA-66F4-EBCC-F5C4-859CB122F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46FA-F0BE-4AEE-8681-F231D6A1BF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384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0230198-5D44-2FF0-0D83-0D40B82D7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44AAB-C1E7-47D0-819B-A54121C85BE0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2309CF2-50BA-4B8F-9FFE-FBF6E234D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EC864E-E36A-CA73-6F48-A8D4D6983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46FA-F0BE-4AEE-8681-F231D6A1BF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547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0B708E-3BFC-46C4-9D3C-B97E96EEA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021CA2-58F0-F3DA-B6D5-F032B8176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9307AB-A35F-A74B-4058-9349A5F3DB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362CDA-3BA0-32D8-61FC-32EB39C2F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44AAB-C1E7-47D0-819B-A54121C85BE0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9D36617-A2FA-644D-DE72-82A4B6E5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959994-6422-4973-A777-245D96037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46FA-F0BE-4AEE-8681-F231D6A1BF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0814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8F337E-B6A4-A69D-E228-3AEA9ADE5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1025365-7416-53BA-BB2E-14EF15D0C5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77E574D-65B6-867D-C9E0-BAAEBCBD66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B698F4-DD9C-A920-7F48-117D023C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44AAB-C1E7-47D0-819B-A54121C85BE0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337D2C-12E4-0D61-8C32-8C3558743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38521B-F550-81F5-9489-0CCCADB86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46FA-F0BE-4AEE-8681-F231D6A1BF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3125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19342F-EA48-C4EB-2558-2D8AD9FD9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D94019-5FD2-4F10-C291-CF30968B67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894BE0-E383-7695-9F3F-62CC2706A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44AAB-C1E7-47D0-819B-A54121C85BE0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41B13D-E2D8-D573-EF7E-F3193EE55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4D5D31-ABDD-D05C-D1E3-47763AE8E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46FA-F0BE-4AEE-8681-F231D6A1BF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6845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0877EB6-B906-F8CB-C1ED-25A4D35A96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D23D35D-C366-3F84-8F3F-F7661E9BC2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7E46E2-86A7-DFD0-EC16-48028873D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44AAB-C1E7-47D0-819B-A54121C85BE0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73CB31-784F-F240-1BB6-A7C2DDA84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6F7C61-B60C-312B-8963-9F634E5D6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46FA-F0BE-4AEE-8681-F231D6A1BF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913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FECBCC6-AB6B-6D13-53D3-2A2F23E49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0D33EB-F119-E692-00C7-E736E4F54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9373A1-767F-8651-4290-5F44855F93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444AAB-C1E7-47D0-819B-A54121C85BE0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53D281-056B-4C7C-58A7-DAE0DD773B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9AA207-9DCB-2311-29A0-F8C9296A82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B646FA-F0BE-4AEE-8681-F231D6A1BF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7958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7000D7-3C54-C183-800C-BB51A61A9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4E5AC3-5031-19E0-37C1-FE039FA04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2197"/>
            <a:ext cx="10515600" cy="5304766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간격 </a:t>
            </a:r>
            <a:r>
              <a:rPr lang="en-US" altLang="ko-KR" dirty="0"/>
              <a:t>5</a:t>
            </a:r>
            <a:r>
              <a:rPr lang="ko-KR" altLang="en-US" dirty="0"/>
              <a:t>로 수행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초기 </a:t>
            </a:r>
            <a:r>
              <a:rPr lang="en-US" altLang="ko-KR" dirty="0"/>
              <a:t>: 3, 14, 12, 4, 10, 13, 1, 5, 2, 7, 9, 6, 8, 11</a:t>
            </a:r>
          </a:p>
          <a:p>
            <a:pPr marL="0" indent="0">
              <a:buNone/>
            </a:pPr>
            <a:r>
              <a:rPr lang="ko-KR" altLang="en-US" dirty="0"/>
              <a:t>수행 </a:t>
            </a:r>
            <a:r>
              <a:rPr lang="en-US" altLang="ko-KR" dirty="0"/>
              <a:t>:3 → 13 → 9            </a:t>
            </a:r>
            <a:r>
              <a:rPr lang="ko-KR" altLang="en-US" dirty="0"/>
              <a:t>정렬 </a:t>
            </a:r>
            <a:r>
              <a:rPr lang="en-US" altLang="ko-KR" dirty="0"/>
              <a:t>: 3 →9 →13</a:t>
            </a:r>
          </a:p>
          <a:p>
            <a:pPr marL="0" indent="0">
              <a:buNone/>
            </a:pPr>
            <a:r>
              <a:rPr lang="en-US" altLang="ko-KR" dirty="0"/>
              <a:t>	14 → 1 → 6			1 →6 →14</a:t>
            </a:r>
          </a:p>
          <a:p>
            <a:pPr marL="0" indent="0">
              <a:buNone/>
            </a:pPr>
            <a:r>
              <a:rPr lang="en-US" altLang="ko-KR" dirty="0"/>
              <a:t>	12 → 5 → 8			5 →8 →12</a:t>
            </a:r>
          </a:p>
          <a:p>
            <a:pPr marL="0" indent="0">
              <a:buNone/>
            </a:pPr>
            <a:r>
              <a:rPr lang="en-US" altLang="ko-KR" dirty="0"/>
              <a:t>	4 → 2 → 11			2 →4 →11</a:t>
            </a:r>
          </a:p>
          <a:p>
            <a:pPr marL="0" indent="0">
              <a:buNone/>
            </a:pPr>
            <a:r>
              <a:rPr lang="en-US" altLang="ko-KR" dirty="0"/>
              <a:t>	10 → 7				7 →10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결과 </a:t>
            </a:r>
            <a:r>
              <a:rPr lang="en-US" altLang="ko-KR" dirty="0"/>
              <a:t> : 3, 1, 5, 2, 7, 9, 6, 8, 4, 10, 13, 14, 12, 11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5484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4FEED0-C617-B217-3694-77E7939E9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11650"/>
          </a:xfrm>
        </p:spPr>
        <p:txBody>
          <a:bodyPr>
            <a:normAutofit fontScale="90000"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166100-03A4-61FE-603F-C55902F66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7791"/>
            <a:ext cx="10515600" cy="5389172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간격 </a:t>
            </a:r>
            <a:r>
              <a:rPr lang="en-US" altLang="ko-KR" dirty="0"/>
              <a:t>3</a:t>
            </a:r>
            <a:r>
              <a:rPr lang="ko-KR" altLang="en-US" dirty="0"/>
              <a:t>으로 수행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초기</a:t>
            </a:r>
            <a:r>
              <a:rPr lang="en-US" altLang="ko-KR" dirty="0"/>
              <a:t>: 3, 14, 12, 4, 10, 13, 1, 5, 2, 7, 9, 6, 8, 11</a:t>
            </a:r>
          </a:p>
          <a:p>
            <a:pPr marL="0" indent="0">
              <a:buNone/>
            </a:pPr>
            <a:r>
              <a:rPr lang="ko-KR" altLang="en-US" dirty="0"/>
              <a:t>수행 </a:t>
            </a:r>
            <a:r>
              <a:rPr lang="en-US" altLang="ko-KR" dirty="0"/>
              <a:t>: 3 → 2 → 6 → 10 → 12	</a:t>
            </a:r>
            <a:r>
              <a:rPr lang="ko-KR" altLang="en-US" dirty="0"/>
              <a:t>정렬 </a:t>
            </a:r>
            <a:r>
              <a:rPr lang="en-US" altLang="ko-KR" dirty="0"/>
              <a:t>: 2 →3 →6 →10 →12</a:t>
            </a:r>
          </a:p>
          <a:p>
            <a:pPr marL="0" indent="0">
              <a:buNone/>
            </a:pPr>
            <a:r>
              <a:rPr lang="en-US" altLang="ko-KR" dirty="0"/>
              <a:t>1 → 7 → 8 → 13 → 11			1 →7 →8 →11 →13</a:t>
            </a:r>
          </a:p>
          <a:p>
            <a:pPr marL="0" indent="0">
              <a:buNone/>
            </a:pPr>
            <a:r>
              <a:rPr lang="en-US" altLang="ko-KR" dirty="0"/>
              <a:t>5 → 9 → 4 → 14				4 →5 →9 →14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결과 </a:t>
            </a:r>
            <a:r>
              <a:rPr lang="en-US" altLang="ko-KR" dirty="0"/>
              <a:t>: 2, 1, 4, 3, 7, 5, 6, 8, 9, 10, 11, 14, 12, 13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5011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B8DE66-B0DE-05F2-9E68-F4E7A5444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11650"/>
          </a:xfrm>
        </p:spPr>
        <p:txBody>
          <a:bodyPr>
            <a:normAutofit fontScale="90000"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82E0D7-C586-D922-422D-3F2A5BCF7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4062"/>
            <a:ext cx="10515600" cy="5332901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간격 </a:t>
            </a:r>
            <a:r>
              <a:rPr lang="en-US" altLang="ko-KR" dirty="0"/>
              <a:t>1</a:t>
            </a:r>
            <a:r>
              <a:rPr lang="ko-KR" altLang="en-US" dirty="0"/>
              <a:t>로 수행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초기 </a:t>
            </a:r>
            <a:r>
              <a:rPr lang="en-US" altLang="ko-KR" dirty="0"/>
              <a:t>: 3, 14, 12, 4, 10, 13, 1, 5, 2, 7, 9, 6, 8, 11</a:t>
            </a:r>
          </a:p>
          <a:p>
            <a:pPr marL="0" indent="0">
              <a:buNone/>
            </a:pPr>
            <a:r>
              <a:rPr lang="en-US" altLang="ko-KR" dirty="0"/>
              <a:t>1</a:t>
            </a:r>
            <a:r>
              <a:rPr lang="ko-KR" altLang="en-US" dirty="0"/>
              <a:t>회</a:t>
            </a:r>
            <a:r>
              <a:rPr lang="en-US" altLang="ko-KR" dirty="0"/>
              <a:t>: 2, 1, 4, 3, 7, 5, 6, 8, 9, 10, 11, 14, 12, 13</a:t>
            </a:r>
          </a:p>
          <a:p>
            <a:pPr marL="0" indent="0">
              <a:buNone/>
            </a:pPr>
            <a:r>
              <a:rPr lang="en-US" altLang="ko-KR" dirty="0"/>
              <a:t>2</a:t>
            </a:r>
            <a:r>
              <a:rPr lang="ko-KR" altLang="en-US" dirty="0"/>
              <a:t>회</a:t>
            </a:r>
            <a:r>
              <a:rPr lang="en-US" altLang="ko-KR" dirty="0"/>
              <a:t>: 1, 2, 4, 3, 7, 5, 6, 8, 9, 10, 11, 14, 12, 13</a:t>
            </a:r>
          </a:p>
          <a:p>
            <a:pPr marL="0" indent="0">
              <a:buNone/>
            </a:pPr>
            <a:r>
              <a:rPr lang="en-US" altLang="ko-KR" dirty="0"/>
              <a:t>3</a:t>
            </a:r>
            <a:r>
              <a:rPr lang="ko-KR" altLang="en-US" dirty="0"/>
              <a:t>회 </a:t>
            </a:r>
            <a:r>
              <a:rPr lang="en-US" altLang="ko-KR" dirty="0"/>
              <a:t>: 1, 2, 3, 4, 7, 5, 6, 8, 9, 10, 11, 14, 12, 13</a:t>
            </a:r>
          </a:p>
          <a:p>
            <a:pPr marL="0" indent="0">
              <a:buNone/>
            </a:pPr>
            <a:r>
              <a:rPr lang="en-US" altLang="ko-KR" dirty="0"/>
              <a:t>4</a:t>
            </a:r>
            <a:r>
              <a:rPr lang="ko-KR" altLang="en-US" dirty="0"/>
              <a:t>회</a:t>
            </a:r>
            <a:r>
              <a:rPr lang="en-US" altLang="ko-KR" dirty="0"/>
              <a:t>: 1, 2, 3, 4, 5, 7, 6, 8, 9, 10, 11, 14, 12, 13</a:t>
            </a:r>
          </a:p>
          <a:p>
            <a:pPr marL="0" indent="0">
              <a:buNone/>
            </a:pPr>
            <a:r>
              <a:rPr lang="en-US" altLang="ko-KR" dirty="0"/>
              <a:t>5</a:t>
            </a:r>
            <a:r>
              <a:rPr lang="ko-KR" altLang="en-US" dirty="0"/>
              <a:t>회 </a:t>
            </a:r>
            <a:r>
              <a:rPr lang="en-US" altLang="ko-KR" dirty="0"/>
              <a:t>: 1, 2, 3, 4, 5, 6, 7, 8, 9, 10, 11, 14, 12, 13</a:t>
            </a:r>
          </a:p>
          <a:p>
            <a:pPr marL="0" indent="0">
              <a:buNone/>
            </a:pPr>
            <a:r>
              <a:rPr lang="en-US" altLang="ko-KR" dirty="0"/>
              <a:t>6</a:t>
            </a:r>
            <a:r>
              <a:rPr lang="ko-KR" altLang="en-US" dirty="0"/>
              <a:t>회</a:t>
            </a:r>
            <a:r>
              <a:rPr lang="en-US" altLang="ko-KR" dirty="0"/>
              <a:t> : 1, 2, 3, 4, 5, 6, 7, 8, 9, 10, 11, 12, 14, 13</a:t>
            </a:r>
          </a:p>
          <a:p>
            <a:pPr marL="0" indent="0">
              <a:buNone/>
            </a:pPr>
            <a:r>
              <a:rPr lang="ko-KR" altLang="en-US" dirty="0"/>
              <a:t>결과 </a:t>
            </a:r>
            <a:r>
              <a:rPr lang="en-US" altLang="ko-KR" dirty="0"/>
              <a:t>: 1, 2, 3, 4, 5, 6, 7, 8, 9, 10, 11, 12, 13, 14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156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495</Words>
  <Application>Microsoft Office PowerPoint</Application>
  <PresentationFormat>와이드스크린</PresentationFormat>
  <Paragraphs>25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Z54202</dc:creator>
  <cp:lastModifiedBy>Z54202</cp:lastModifiedBy>
  <cp:revision>1</cp:revision>
  <dcterms:created xsi:type="dcterms:W3CDTF">2026-08-21T04:40:42Z</dcterms:created>
  <dcterms:modified xsi:type="dcterms:W3CDTF">2026-08-21T04:41:37Z</dcterms:modified>
</cp:coreProperties>
</file>