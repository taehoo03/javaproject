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248F3A-5294-2B7A-17D5-472DC1279A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92A8663-FFF6-2EF9-1ECB-9073FBAFD6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D1C072-8C37-C15F-C36E-F430E3975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BC434-AF39-454D-8661-635E7BD222FF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64D909F-2D0A-3962-1201-CEF129589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2615D30-5174-23BB-41CE-26E264653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5AE95-AA8B-4DC9-A2CF-06E6EEA654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2416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5B284C-B02D-3177-7292-869C81A18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6B7CC1-D0DE-D285-47BE-C301BF3F0F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316905-0D5E-5D52-2A00-220C2F834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BC434-AF39-454D-8661-635E7BD222FF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D5D269-BBC1-EB6A-09B7-798E4E56C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2F7FDD-F9BF-EF9A-B302-72548470C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5AE95-AA8B-4DC9-A2CF-06E6EEA654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7160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7A0F93-9187-8796-D127-D57116844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5C7319-4DF3-F686-B8C6-D470B3743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BBAB34-8C93-C2DC-9C05-EDB5EB8B3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BC434-AF39-454D-8661-635E7BD222FF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64BDA7-FD5F-AA78-FB94-F0C41EE2E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B6F8D1-8F68-D6C2-26C0-479AD750C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5AE95-AA8B-4DC9-A2CF-06E6EEA654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6349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C07B16-D613-6EBD-5704-0509F9DBA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947F5D-AA25-1896-2F14-1537E0240B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D65052F-D8E1-2251-06E2-191C794429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8949272-2592-94A4-6564-827D0666B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BC434-AF39-454D-8661-635E7BD222FF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E668793-B6E9-3393-E781-6F9C572BF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4933FFD-54EE-6B26-0187-DFE5D5CBE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5AE95-AA8B-4DC9-A2CF-06E6EEA654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6437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ADDF05-ED9A-26C6-8D06-42A57787D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3DBFAE8-6788-9455-8533-26512F3EA2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229BAB0-ACF9-4093-776A-6C5F94E31E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7B0CD0B-CD44-0B19-C4A7-A940992EF5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34C0749-71AE-66B9-4736-480539029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6756D06-A23C-50F1-B33A-1DAC1F0D2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BC434-AF39-454D-8661-635E7BD222FF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15D156E-2DCA-9D81-B6C8-DAFDE464C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C0C54C9-4257-822F-309A-CF243D457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5AE95-AA8B-4DC9-A2CF-06E6EEA654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73435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B60668-7081-42F3-BEBB-AB50C16B8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A328C3F-D078-5B7A-12AB-E84063731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BC434-AF39-454D-8661-635E7BD222FF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0962B04-08E6-8F62-473B-99114AB62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BE8F587-0B53-6F48-7D39-0279C2085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5AE95-AA8B-4DC9-A2CF-06E6EEA654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4482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42EB1A5-F665-542E-C02B-2E11C7685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BC434-AF39-454D-8661-635E7BD222FF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ABF83C4-23D7-07FC-7C50-BBB885EA2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A03894-B5F9-9E46-BBBA-811D70223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5AE95-AA8B-4DC9-A2CF-06E6EEA654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7146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B3E906-ABB0-D9B4-5F0A-D76A82675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CDC95D-DA02-304B-A31E-1E868A0580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65EF911-45CE-85E3-1C76-06255834B3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9563EAD-6F68-2AFE-2E59-C4ADC10A3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BC434-AF39-454D-8661-635E7BD222FF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5FA0DE7-51E4-0825-15A3-AD78E7BDB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9D11808-9D29-C0B3-C8F6-C5BD6D180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5AE95-AA8B-4DC9-A2CF-06E6EEA654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9371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A1B82F-266A-3D35-C3F1-7085A83CE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83AAD89-72D0-AC68-AE07-06985969A8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8EDA681-3CD1-6FFF-E62D-CF7E3227FF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EEB79D8-21FD-38C2-26EB-C534554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BC434-AF39-454D-8661-635E7BD222FF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E70027E-9541-130F-5270-DF840B84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54E5F92-E93F-CF13-EAB0-6B0A6B286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5AE95-AA8B-4DC9-A2CF-06E6EEA654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6400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EB7EA3-DB18-0F16-7575-052CDCD5A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B9E4689-A012-E315-F1CC-0A79A74F98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F46267-5F86-7D63-D989-0434ABA74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BC434-AF39-454D-8661-635E7BD222FF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B9E3348-883B-3D51-D2D6-B60DD6ECE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C2012ED-16FF-8924-D957-02C5B38EA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5AE95-AA8B-4DC9-A2CF-06E6EEA654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622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229B8D8-80B9-12C1-89AA-4A640B95D3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20EDCD1-6244-B5DB-B180-926B9C7ED4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A6A504-6D6F-2910-AD1C-1CDA2556E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BC434-AF39-454D-8661-635E7BD222FF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9FF73C-C3F3-47CC-338C-8BED18A0F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FD3FB0-543B-DE8C-A7D6-C9F6435AF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5AE95-AA8B-4DC9-A2CF-06E6EEA654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7705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03DD52F-19DA-0194-4ECC-852DC88EE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C5581A1-AE94-9A00-5A45-925E0F187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15FEBD-FFFB-6C68-CB37-EB5935567E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ABC434-AF39-454D-8661-635E7BD222FF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C51F4C7-D568-821C-E795-EE89D38DCD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CD94D2-75A9-138D-51D2-93F89D7842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65AE95-AA8B-4DC9-A2CF-06E6EEA654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5328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6AA4E0-A5B6-9385-86DE-E5AC23287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271842E0-A648-1E83-F1DF-B71A30E4F0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65702" y="1825625"/>
            <a:ext cx="8260595" cy="435133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FBBF69F-9AAA-4EAE-B47C-2B2C5A6415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7881"/>
            <a:ext cx="12192000" cy="6422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649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5013B0-9F53-813E-957A-37C08F6A6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5719"/>
          </a:xfrm>
        </p:spPr>
        <p:txBody>
          <a:bodyPr>
            <a:normAutofit fontScale="90000"/>
          </a:bodyPr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9EE0CE-6D00-36C2-B9B0-F60E26D5F9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93419"/>
            <a:ext cx="10515600" cy="5483544"/>
          </a:xfrm>
        </p:spPr>
        <p:txBody>
          <a:bodyPr/>
          <a:lstStyle/>
          <a:p>
            <a:r>
              <a:rPr lang="ko-KR" altLang="en-US" dirty="0"/>
              <a:t>전위 운행 </a:t>
            </a:r>
            <a:r>
              <a:rPr lang="en-US" altLang="ko-KR" dirty="0"/>
              <a:t>a	b	c	d	e 	f	g	h</a:t>
            </a:r>
          </a:p>
          <a:p>
            <a:pPr marL="1828800" lvl="4" indent="0">
              <a:buNone/>
            </a:pPr>
            <a:r>
              <a:rPr lang="en-US" altLang="ko-KR" dirty="0"/>
              <a:t> 1	2	7	3	5	8	4	6</a:t>
            </a:r>
          </a:p>
          <a:p>
            <a:pPr marL="1828800" lvl="4" indent="0">
              <a:buNone/>
            </a:pPr>
            <a:endParaRPr lang="en-US" altLang="ko-KR" dirty="0"/>
          </a:p>
          <a:p>
            <a:pPr marL="1828800" lvl="4" indent="0">
              <a:buNone/>
            </a:pPr>
            <a:endParaRPr lang="en-US" altLang="ko-KR" dirty="0"/>
          </a:p>
          <a:p>
            <a:pPr marL="1828800" lvl="4" indent="0">
              <a:buNone/>
            </a:pPr>
            <a:endParaRPr lang="en-US" altLang="ko-KR" dirty="0"/>
          </a:p>
          <a:p>
            <a:pPr marL="1828800" lvl="4" indent="0">
              <a:buNone/>
            </a:pPr>
            <a:r>
              <a:rPr lang="en-US" altLang="ko-KR" dirty="0"/>
              <a:t>6	3	7	2	5	8	 1	4</a:t>
            </a:r>
          </a:p>
          <a:p>
            <a:pPr marL="1828800" lvl="4" indent="0">
              <a:buNone/>
            </a:pPr>
            <a:endParaRPr lang="en-US" altLang="ko-KR" dirty="0"/>
          </a:p>
          <a:p>
            <a:pPr marL="1828800" lvl="4" indent="0">
              <a:buNone/>
            </a:pPr>
            <a:endParaRPr lang="en-US" altLang="ko-KR" dirty="0"/>
          </a:p>
          <a:p>
            <a:pPr marL="1828800" lvl="4" indent="0">
              <a:buNone/>
            </a:pPr>
            <a:endParaRPr lang="en-US" altLang="ko-KR" dirty="0"/>
          </a:p>
          <a:p>
            <a:pPr marL="1828800" lvl="4" indent="0">
              <a:buNone/>
            </a:pPr>
            <a:endParaRPr lang="en-US" altLang="ko-KR" dirty="0"/>
          </a:p>
          <a:p>
            <a:pPr marL="1828800" lvl="4" indent="0">
              <a:buNone/>
            </a:pPr>
            <a:endParaRPr lang="en-US" altLang="ko-KR" dirty="0"/>
          </a:p>
          <a:p>
            <a:pPr marL="1828800" lvl="4" indent="0">
              <a:buNone/>
            </a:pPr>
            <a:r>
              <a:rPr lang="en-US" altLang="ko-KR" dirty="0"/>
              <a:t>8	5	7	2	4	6	1	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919AE0-7A3F-669A-F1ED-783AFD1F37A5}"/>
              </a:ext>
            </a:extLst>
          </p:cNvPr>
          <p:cNvSpPr txBox="1"/>
          <p:nvPr/>
        </p:nvSpPr>
        <p:spPr>
          <a:xfrm>
            <a:off x="1181100" y="2338387"/>
            <a:ext cx="1847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중위 운행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1FF823-45B8-EA6D-68FE-595813D85336}"/>
              </a:ext>
            </a:extLst>
          </p:cNvPr>
          <p:cNvSpPr txBox="1"/>
          <p:nvPr/>
        </p:nvSpPr>
        <p:spPr>
          <a:xfrm>
            <a:off x="1181100" y="4073009"/>
            <a:ext cx="1847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후위 운행</a:t>
            </a:r>
          </a:p>
        </p:txBody>
      </p:sp>
    </p:spTree>
    <p:extLst>
      <p:ext uri="{BB962C8B-B14F-4D97-AF65-F5344CB8AC3E}">
        <p14:creationId xmlns:p14="http://schemas.microsoft.com/office/powerpoint/2010/main" val="37854375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34762D-A318-23AA-60C6-A57927061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381BFF5F-7AA0-6A4C-B6A3-85507BE6F2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79870" y="1825625"/>
            <a:ext cx="823226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5554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6381C38-ABC5-2A26-B114-F9C4BF1131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018"/>
            <a:ext cx="10515600" cy="6019945"/>
          </a:xfrm>
        </p:spPr>
        <p:txBody>
          <a:bodyPr/>
          <a:lstStyle/>
          <a:p>
            <a:pPr marL="3657600" lvl="8" indent="0">
              <a:buNone/>
            </a:pPr>
            <a:r>
              <a:rPr lang="ko-KR" altLang="en-US" dirty="0"/>
              <a:t>트리</a:t>
            </a:r>
            <a:endParaRPr lang="en-US" altLang="ko-KR" dirty="0"/>
          </a:p>
          <a:p>
            <a:pPr marL="3657600" lvl="8" indent="0">
              <a:buNone/>
            </a:pPr>
            <a:r>
              <a:rPr lang="en-US" altLang="ko-KR" dirty="0"/>
              <a:t>		5</a:t>
            </a:r>
          </a:p>
          <a:p>
            <a:pPr marL="3657600" lvl="8" indent="0">
              <a:buNone/>
            </a:pPr>
            <a:r>
              <a:rPr lang="en-US" altLang="ko-KR" dirty="0"/>
              <a:t>	        2	    8</a:t>
            </a:r>
          </a:p>
          <a:p>
            <a:pPr marL="3657600" lvl="8" indent="0">
              <a:buNone/>
            </a:pPr>
            <a:r>
              <a:rPr lang="en-US" altLang="ko-KR" dirty="0"/>
              <a:t>	     1    4   6  9</a:t>
            </a:r>
          </a:p>
          <a:p>
            <a:pPr marL="3657600" lvl="8" indent="0">
              <a:buNone/>
            </a:pPr>
            <a:r>
              <a:rPr lang="en-US" altLang="ko-KR" dirty="0"/>
              <a:t>		3    7</a:t>
            </a:r>
          </a:p>
          <a:p>
            <a:pPr marL="3657600" lvl="8" indent="0">
              <a:buNone/>
            </a:pPr>
            <a:endParaRPr lang="en-US" altLang="ko-KR" dirty="0"/>
          </a:p>
          <a:p>
            <a:pPr marL="3657600" lvl="8" indent="0">
              <a:buNone/>
            </a:pPr>
            <a:endParaRPr lang="en-US" altLang="ko-KR" dirty="0"/>
          </a:p>
          <a:p>
            <a:pPr marL="3657600" lvl="8" indent="0">
              <a:buNone/>
            </a:pPr>
            <a:endParaRPr lang="en-US" altLang="ko-KR" dirty="0"/>
          </a:p>
          <a:p>
            <a:pPr marL="3657600" lvl="8" indent="0">
              <a:buNone/>
            </a:pPr>
            <a:endParaRPr lang="en-US" altLang="ko-KR" dirty="0"/>
          </a:p>
          <a:p>
            <a:pPr marL="3657600" lvl="8" indent="0">
              <a:buNone/>
            </a:pPr>
            <a:r>
              <a:rPr lang="ko-KR" altLang="en-US" dirty="0"/>
              <a:t>전위 순서 </a:t>
            </a:r>
            <a:r>
              <a:rPr lang="en-US" altLang="ko-KR" dirty="0"/>
              <a:t>-&gt; 5-2-1-4-3-8-6-7-9</a:t>
            </a:r>
          </a:p>
          <a:p>
            <a:pPr marL="3657600" lvl="8" indent="0">
              <a:buNone/>
            </a:pPr>
            <a:r>
              <a:rPr lang="ko-KR" altLang="en-US" dirty="0"/>
              <a:t>중위 순서 </a:t>
            </a:r>
            <a:r>
              <a:rPr lang="en-US" altLang="ko-KR" dirty="0"/>
              <a:t>-&gt; 1-2-3-4-5-7-6-9-8</a:t>
            </a:r>
          </a:p>
          <a:p>
            <a:pPr marL="3657600" lvl="8" indent="0">
              <a:buNone/>
            </a:pPr>
            <a:r>
              <a:rPr lang="ko-KR" altLang="en-US" dirty="0"/>
              <a:t>후위 순서 </a:t>
            </a:r>
            <a:r>
              <a:rPr lang="en-US" altLang="ko-KR" dirty="0"/>
              <a:t>-&gt; 1-3-4-2-7-6-9-8-5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C61CB436-51D4-0486-CA60-0217989AC181}"/>
              </a:ext>
            </a:extLst>
          </p:cNvPr>
          <p:cNvCxnSpPr/>
          <p:nvPr/>
        </p:nvCxnSpPr>
        <p:spPr>
          <a:xfrm flipH="1">
            <a:off x="6271491" y="729673"/>
            <a:ext cx="267854" cy="17549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F80DA8F6-CF55-BF43-E8FA-147C82A47BE9}"/>
              </a:ext>
            </a:extLst>
          </p:cNvPr>
          <p:cNvCxnSpPr/>
          <p:nvPr/>
        </p:nvCxnSpPr>
        <p:spPr>
          <a:xfrm>
            <a:off x="6539345" y="729673"/>
            <a:ext cx="221673" cy="17549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68FBAA08-58B1-8C2D-CC88-51BF18626E15}"/>
              </a:ext>
            </a:extLst>
          </p:cNvPr>
          <p:cNvCxnSpPr/>
          <p:nvPr/>
        </p:nvCxnSpPr>
        <p:spPr>
          <a:xfrm flipH="1">
            <a:off x="5985164" y="1016000"/>
            <a:ext cx="110836" cy="17549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46B14A0E-75D7-F94E-C68D-0202EB653CB2}"/>
              </a:ext>
            </a:extLst>
          </p:cNvPr>
          <p:cNvCxnSpPr/>
          <p:nvPr/>
        </p:nvCxnSpPr>
        <p:spPr>
          <a:xfrm>
            <a:off x="6271491" y="1016000"/>
            <a:ext cx="0" cy="17549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F9A28F55-E69C-D9E5-D594-DF4399A976AB}"/>
              </a:ext>
            </a:extLst>
          </p:cNvPr>
          <p:cNvCxnSpPr/>
          <p:nvPr/>
        </p:nvCxnSpPr>
        <p:spPr>
          <a:xfrm flipH="1">
            <a:off x="6761018" y="1089891"/>
            <a:ext cx="83127" cy="1016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3DCB7BD3-7F9F-A4DC-6BA0-4C1E33704318}"/>
              </a:ext>
            </a:extLst>
          </p:cNvPr>
          <p:cNvCxnSpPr/>
          <p:nvPr/>
        </p:nvCxnSpPr>
        <p:spPr>
          <a:xfrm>
            <a:off x="6936509" y="1016000"/>
            <a:ext cx="166255" cy="17549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6C813353-32CC-AC82-F1D4-8970BF55A9F3}"/>
              </a:ext>
            </a:extLst>
          </p:cNvPr>
          <p:cNvCxnSpPr/>
          <p:nvPr/>
        </p:nvCxnSpPr>
        <p:spPr>
          <a:xfrm>
            <a:off x="6382327" y="1330036"/>
            <a:ext cx="83128" cy="1847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E5530E43-50CD-FC01-6866-34A97D48BB23}"/>
              </a:ext>
            </a:extLst>
          </p:cNvPr>
          <p:cNvCxnSpPr/>
          <p:nvPr/>
        </p:nvCxnSpPr>
        <p:spPr>
          <a:xfrm>
            <a:off x="6761018" y="1330036"/>
            <a:ext cx="129309" cy="1847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58459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100</Words>
  <Application>Microsoft Office PowerPoint</Application>
  <PresentationFormat>와이드스크린</PresentationFormat>
  <Paragraphs>26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Z54202</dc:creator>
  <cp:lastModifiedBy>Z54202</cp:lastModifiedBy>
  <cp:revision>1</cp:revision>
  <dcterms:created xsi:type="dcterms:W3CDTF">2026-08-19T02:34:44Z</dcterms:created>
  <dcterms:modified xsi:type="dcterms:W3CDTF">2026-08-19T05:13:56Z</dcterms:modified>
</cp:coreProperties>
</file>