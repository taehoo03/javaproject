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B55CE-C2EE-FDAC-76E7-CED30900C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EC9D71-22D3-B9D1-C524-92A225CF0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F9351-654F-17B4-69EB-80623796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C9B17-74A8-D33D-9136-B6E6D8DF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4B71D3-1CC9-861F-C5B3-D063CB4C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5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B1FC6-396E-54E6-A50F-23AD132E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D6E8-5441-61C5-C7E0-1713BFF46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4D5B11-E8DF-3F9C-DCEB-F14A9D81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53ED7-4631-67A3-58AE-544C854E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BF2E41-10B5-BE8D-3EA9-BF8DDE7E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95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54122-63A5-842A-F450-45405A3D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DAF5-EA9C-F01D-E096-D37B494F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12646-501F-2A82-9384-0B651870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11821F-473D-856A-F586-F8DACFA2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2BB62-A053-426A-9236-BD0F4383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85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12FA1-492B-8714-AE45-99EB1A53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DF8B5-BE29-0C57-DE54-84AA61C39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9D85E0-EF97-42C9-D449-DF5E4CEE4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E56BD8-6EB6-CCCA-410F-40AB032C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050D57-0E38-CF37-5E4D-89AB661C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34F19-1674-8752-0356-5240F99A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48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FB574-5BB2-4D83-896C-01D73CBF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6354A6-9F66-023C-6B06-335CF96AB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F883BD-9A62-4EEF-E43F-37A78BD3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DB6DA-3855-7C80-4B2A-BE9187906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664776-124D-9437-F14F-E5334CEC1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471DEE-3861-0478-7BCD-B33BC60D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82BD5C-0B74-D630-4EAF-E5E9DBE6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F20C15-8D16-6D3D-C9F4-EE89F540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5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D1D81-C122-4FBA-6C8F-E7AB70E6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E35DF9-C47C-C417-DC4B-1CB4CF33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E2BDA0-D5DF-0929-88A7-8063D273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25FDEC-C46D-6BE1-2FF6-551745A3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25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F487F0-5ED8-97EC-0930-AD3C1124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6A0421-1C7E-9A41-817C-445FCA6F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5B41C-0964-CC6D-B8F1-4A8CDDD7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4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43066-EC88-EA54-50EA-B2EC37A1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B0C7A-9E5E-0AD1-FD89-73A986C8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7BAC0E-ABFE-CF0D-59B6-D0A3576CB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DE4318-BDA4-BECB-3FD1-04DC2F82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C6C059-94B6-F98A-9E4B-268CE582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5BBCFC-8083-C020-F512-62A84969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0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C840B-2974-3667-E96A-49BE06F2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1EF7EB-D567-C098-0811-E5143F353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EE189E-E6F2-CCFD-2A4D-049A2046C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845BEF-E0D7-F701-940B-30D96E8A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C2259-3D56-86BA-F712-5DCB256E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11E309-5CE4-1488-FCF1-353080FB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5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20CC3-EE9F-CB92-3F74-24318430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1A9687-33FD-2B22-15A1-06F416A28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8E3E5A-A0F1-2DD9-6E8C-CF3D0CD9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DA695-1725-F17F-72C4-A6AE4BC8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BF7E6-2D20-FFD8-C063-8758CE06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67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5EAEB6-77EE-C3DE-8AD5-9A4DA964F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439084-DB6B-C440-4EE9-19B0610F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34B94-535F-EE6D-8880-159AD84A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22EA9-1EA6-8A35-1B79-E76FB0B8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698B5-6492-B958-3EC6-199541E6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0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A0F707-030B-D20B-2DE8-6C2BCF60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9DD405-9733-977B-CF37-E9F5B9D43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55159-6CD1-34D2-0EC5-4D7CB6C96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2EB5C-0091-49A4-9263-41A37C1913C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5E324-E16C-AB31-A9C2-C9C00407F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9861DE-4BCD-48FF-9DC0-A864A4159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C5404-3565-4D40-9E03-895E7B856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4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0D83C-DB83-5BD4-6C8B-B00C70BD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버블정렬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AC4FA-4E18-6263-EEF6-E57948B17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초기 </a:t>
            </a:r>
            <a:r>
              <a:rPr lang="en-US" altLang="ko-KR" dirty="0"/>
              <a:t>: 5,3,8,1,2,7</a:t>
            </a:r>
          </a:p>
          <a:p>
            <a:r>
              <a:rPr lang="en-US" altLang="ko-KR" dirty="0"/>
              <a:t>1</a:t>
            </a:r>
            <a:r>
              <a:rPr lang="ko-KR" altLang="en-US" dirty="0" err="1"/>
              <a:t>회차</a:t>
            </a:r>
            <a:r>
              <a:rPr lang="ko-KR" altLang="en-US" dirty="0"/>
              <a:t> </a:t>
            </a:r>
            <a:r>
              <a:rPr lang="en-US" altLang="ko-KR" dirty="0"/>
              <a:t>– 3,5,1,2,7,8</a:t>
            </a:r>
          </a:p>
          <a:p>
            <a:r>
              <a:rPr lang="en-US" altLang="ko-KR" dirty="0"/>
              <a:t>2</a:t>
            </a:r>
            <a:r>
              <a:rPr lang="ko-KR" altLang="en-US" dirty="0" err="1"/>
              <a:t>회차</a:t>
            </a:r>
            <a:r>
              <a:rPr lang="ko-KR" altLang="en-US" dirty="0"/>
              <a:t>  </a:t>
            </a:r>
            <a:r>
              <a:rPr lang="en-US" altLang="ko-KR" dirty="0"/>
              <a:t>- 3,1,2,5,7,8</a:t>
            </a:r>
          </a:p>
          <a:p>
            <a:r>
              <a:rPr lang="en-US" altLang="ko-KR" dirty="0"/>
              <a:t>3</a:t>
            </a:r>
            <a:r>
              <a:rPr lang="ko-KR" altLang="en-US" dirty="0" err="1"/>
              <a:t>회차</a:t>
            </a:r>
            <a:r>
              <a:rPr lang="ko-KR" altLang="en-US" dirty="0"/>
              <a:t> </a:t>
            </a:r>
            <a:r>
              <a:rPr lang="en-US" altLang="ko-KR" dirty="0"/>
              <a:t>– 1,2,3,5,7,8</a:t>
            </a:r>
          </a:p>
          <a:p>
            <a:endParaRPr lang="en-US" altLang="ko-KR" dirty="0"/>
          </a:p>
          <a:p>
            <a:r>
              <a:rPr lang="ko-KR" altLang="en-US" dirty="0"/>
              <a:t>수행 결과 </a:t>
            </a:r>
            <a:r>
              <a:rPr lang="en-US" altLang="ko-KR" dirty="0"/>
              <a:t>-  1,2,3,5,7,8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88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버블정렬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2026-08-20T08:22:50Z</dcterms:created>
  <dcterms:modified xsi:type="dcterms:W3CDTF">2026-08-20T08:23:20Z</dcterms:modified>
</cp:coreProperties>
</file>