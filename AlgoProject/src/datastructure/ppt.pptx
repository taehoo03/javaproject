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5772F7-90CB-250E-D49F-8930DEB9A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D096EA8-FAD8-E997-3285-EBE34F7FD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95A432-99FF-D304-E3BE-F5E6800DA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65956-3A59-4433-BF18-D956AE9508C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8EC510-0CEE-2416-066F-818172E6A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C8E096-3163-D7E8-7AAE-DDA8C90B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92592-A983-4273-8D18-1159039301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303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FE31B-42C0-C645-0139-09DFA514A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E404E3-E839-8031-C21F-19D7EBA2B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C3A6A4-489D-7AED-8163-57FFF6293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65956-3A59-4433-BF18-D956AE9508C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D23F1F-245E-DE40-6C80-C86F6375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ABB878-7FD2-77A1-889B-1033F62A7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92592-A983-4273-8D18-1159039301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60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F253EF-00D0-E79A-6392-51F13B51F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90265C-E644-5DB1-B1DD-0941FE73C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6BDCFB-47C8-799D-DA54-1C0EABE88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65956-3A59-4433-BF18-D956AE9508C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D26F7E-45B7-190D-4904-187947991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AB4623-E5C8-58B8-7F9A-B4188CD2F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92592-A983-4273-8D18-1159039301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277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52AEB6-916D-1147-6FD1-83EB6B87D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013B5C-104E-454A-8A05-9FAA0B401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B2BC7F-EC2E-0BD0-B07D-45C86C05D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1F7177-B63C-6FC1-82B6-78114E53E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65956-3A59-4433-BF18-D956AE9508C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A00D5E-E2BE-DC54-0E71-CDEE2A50E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C5E00D-9793-B124-2A6D-DCA94D717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92592-A983-4273-8D18-1159039301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934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F63D1C-AFEC-CE50-8236-7C28BE5A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68601F-3967-FA49-C577-DCDA30804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B5064A-B5CE-9742-7714-BAB3B4D13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0597C1-D666-FAFA-BE4B-925A039E57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7787398-A496-E2CB-A681-609A1C8970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AE2133-813D-BA2D-83DD-80EB903E7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65956-3A59-4433-BF18-D956AE9508C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B398603-9EBB-DC36-7F7E-4BD48F92F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046DDD9-EB43-1ED1-E4BA-B40D1F7F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92592-A983-4273-8D18-1159039301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006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993AA4-0FCF-DBDF-DAF8-13BB1D4F2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5C6DE0-853C-6A16-806C-B65553AD6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65956-3A59-4433-BF18-D956AE9508C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D2928A-F1EE-063B-45E5-A663BDF4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EF7284-C144-D568-928A-7CF3EAFD4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92592-A983-4273-8D18-1159039301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834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22AF867-4A15-1EDA-3DC3-0DF2675CE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65956-3A59-4433-BF18-D956AE9508C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F8E9CFD-06DA-EED2-CDFD-607AA4ACD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BFC4E4-85E8-7270-86E2-D3D6CDCF8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92592-A983-4273-8D18-1159039301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812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678F78-B2C6-B7A4-B733-10E31BD6B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025F03-2CC5-E3AC-C948-CD2B8D9D1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344652-3D2B-B4ED-061B-1D67827AB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ECD5D0-6C42-C4D7-3C12-90C54E5BD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65956-3A59-4433-BF18-D956AE9508C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58E4AA-6763-C9E4-71DF-5EEFF15D5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CA66D8-5EE2-9D73-E4B4-A5B79ABF5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92592-A983-4273-8D18-1159039301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190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9181A7-3351-1D8A-7CBB-A2D46BCAD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A9D85F2-A7DC-F332-A322-D03A47EA65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C70306-8AFE-B4F9-4833-0F3651B76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F04B4C-AA3E-BE57-8DF2-C29FEE342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65956-3A59-4433-BF18-D956AE9508C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CEFC70-0FD1-4747-134D-B8FB40FE0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C8801F-BA01-D0A0-BF6F-5B8BF9BE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92592-A983-4273-8D18-1159039301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809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0C65A1-A387-6527-EBFD-DD2E38A35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C33405-8937-3860-59C1-A909E4D65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A6047-466F-E3D5-9B05-E5B74A835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65956-3A59-4433-BF18-D956AE9508C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AD7BF1-5F18-3BD5-2CEE-97CAB067C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3F016C-E41F-2A8B-47BB-12B4F401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92592-A983-4273-8D18-1159039301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991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CD3E24D-80EF-8C68-D609-B1D36891EC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D9AE01-DD30-A476-0DB7-4B1485BCD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6872C4-C3EA-4574-44EA-9B1518AD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65956-3A59-4433-BF18-D956AE9508C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209FC1-85D5-FC97-CBD0-E5799A4CD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35331E-FB1B-7749-BB76-988FBCDA7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92592-A983-4273-8D18-1159039301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624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DB86715-70C6-90CA-881D-52175C5F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8B7852-93DD-2245-3049-B640122F4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278EF9-55FB-7DF2-A681-1839A5EF34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65956-3A59-4433-BF18-D956AE9508C3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CF850E-C0C6-0D32-B582-379BFC622B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7927E5-3B84-82B7-3CF2-3B5E6F8CA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D92592-A983-4273-8D18-1159039301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499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2197E6-FA4B-5561-085A-5C643D430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6148"/>
          </a:xfrm>
        </p:spPr>
        <p:txBody>
          <a:bodyPr>
            <a:normAutofit fontScale="90000"/>
          </a:bodyPr>
          <a:lstStyle/>
          <a:p>
            <a:endParaRPr lang="ko-KR" altLang="en-US" dirty="0"/>
          </a:p>
        </p:txBody>
      </p:sp>
      <p:pic>
        <p:nvPicPr>
          <p:cNvPr id="28" name="내용 개체 틀 27">
            <a:extLst>
              <a:ext uri="{FF2B5EF4-FFF2-40B4-BE49-F238E27FC236}">
                <a16:creationId xmlns:a16="http://schemas.microsoft.com/office/drawing/2014/main" id="{8D92A717-9F79-2241-EF28-BA753AD653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65618" y="2653111"/>
            <a:ext cx="512108" cy="487722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DABC5E0A-B918-CDD7-7A9C-2EA8879669DF}"/>
              </a:ext>
            </a:extLst>
          </p:cNvPr>
          <p:cNvSpPr/>
          <p:nvPr/>
        </p:nvSpPr>
        <p:spPr>
          <a:xfrm>
            <a:off x="6234545" y="923636"/>
            <a:ext cx="1422400" cy="466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시작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72D27EA-020C-7145-72CF-033BB7E54783}"/>
              </a:ext>
            </a:extLst>
          </p:cNvPr>
          <p:cNvCxnSpPr/>
          <p:nvPr/>
        </p:nvCxnSpPr>
        <p:spPr>
          <a:xfrm>
            <a:off x="6945745" y="1431636"/>
            <a:ext cx="0" cy="2586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순서도: 데이터 6">
            <a:extLst>
              <a:ext uri="{FF2B5EF4-FFF2-40B4-BE49-F238E27FC236}">
                <a16:creationId xmlns:a16="http://schemas.microsoft.com/office/drawing/2014/main" id="{AB46DC9A-030B-9C0F-391E-6EE799F69616}"/>
              </a:ext>
            </a:extLst>
          </p:cNvPr>
          <p:cNvSpPr/>
          <p:nvPr/>
        </p:nvSpPr>
        <p:spPr>
          <a:xfrm>
            <a:off x="6015181" y="1504897"/>
            <a:ext cx="1861128" cy="703226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num =1</a:t>
            </a:r>
          </a:p>
          <a:p>
            <a:pPr algn="ctr"/>
            <a:r>
              <a:rPr lang="en-US" altLang="ko-KR" dirty="0"/>
              <a:t>Sum =0        </a:t>
            </a:r>
            <a:endParaRPr lang="ko-KR" altLang="en-US" dirty="0"/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483EFCD0-8D6D-441A-1FEB-619D9404BEF1}"/>
              </a:ext>
            </a:extLst>
          </p:cNvPr>
          <p:cNvSpPr/>
          <p:nvPr/>
        </p:nvSpPr>
        <p:spPr>
          <a:xfrm>
            <a:off x="5971309" y="2271352"/>
            <a:ext cx="2078182" cy="48462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num&lt;=100</a:t>
            </a:r>
            <a:endParaRPr lang="ko-KR" altLang="en-US" sz="10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769A9B3-4384-7F44-7595-60E718BFBD54}"/>
              </a:ext>
            </a:extLst>
          </p:cNvPr>
          <p:cNvCxnSpPr/>
          <p:nvPr/>
        </p:nvCxnSpPr>
        <p:spPr>
          <a:xfrm>
            <a:off x="7010400" y="2041237"/>
            <a:ext cx="0" cy="2863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82F1B11-45C1-BB63-7A88-F5048E0EF66E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7010400" y="2755973"/>
            <a:ext cx="62346" cy="2366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888A4C6F-17E8-97A2-FBBC-AC86DF8F62A1}"/>
              </a:ext>
            </a:extLst>
          </p:cNvPr>
          <p:cNvCxnSpPr/>
          <p:nvPr/>
        </p:nvCxnSpPr>
        <p:spPr>
          <a:xfrm rot="5400000">
            <a:off x="5386966" y="3548929"/>
            <a:ext cx="780761" cy="637309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5130B966-1F86-56E4-97C4-E991277CFB43}"/>
              </a:ext>
            </a:extLst>
          </p:cNvPr>
          <p:cNvCxnSpPr/>
          <p:nvPr/>
        </p:nvCxnSpPr>
        <p:spPr>
          <a:xfrm rot="16200000" flipH="1">
            <a:off x="8005221" y="3521472"/>
            <a:ext cx="721230" cy="632691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5BBAB8D0-D4DC-6F84-96C5-B676D614BA37}"/>
              </a:ext>
            </a:extLst>
          </p:cNvPr>
          <p:cNvSpPr/>
          <p:nvPr/>
        </p:nvSpPr>
        <p:spPr>
          <a:xfrm>
            <a:off x="5853546" y="3037971"/>
            <a:ext cx="2438400" cy="72123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Num%2 ==0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C869C7D-9812-897E-43DF-042DCDDB7B48}"/>
              </a:ext>
            </a:extLst>
          </p:cNvPr>
          <p:cNvSpPr/>
          <p:nvPr/>
        </p:nvSpPr>
        <p:spPr>
          <a:xfrm>
            <a:off x="5093853" y="3974307"/>
            <a:ext cx="284019" cy="2241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예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34588B1-9FCA-B6A5-9736-063307FAA59A}"/>
              </a:ext>
            </a:extLst>
          </p:cNvPr>
          <p:cNvSpPr/>
          <p:nvPr/>
        </p:nvSpPr>
        <p:spPr>
          <a:xfrm>
            <a:off x="8682182" y="3867583"/>
            <a:ext cx="1025236" cy="309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아니오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4B20549-3502-2E58-B77F-6EC616089A36}"/>
              </a:ext>
            </a:extLst>
          </p:cNvPr>
          <p:cNvSpPr/>
          <p:nvPr/>
        </p:nvSpPr>
        <p:spPr>
          <a:xfrm>
            <a:off x="5235862" y="4257963"/>
            <a:ext cx="1104901" cy="7807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Sum =</a:t>
            </a:r>
          </a:p>
          <a:p>
            <a:pPr algn="ctr"/>
            <a:r>
              <a:rPr lang="en-US" altLang="ko-KR" sz="1200" dirty="0"/>
              <a:t>sum -num</a:t>
            </a:r>
            <a:endParaRPr lang="ko-KR" altLang="en-US" sz="12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F473F38-953A-B8E3-C524-D3A332A40868}"/>
              </a:ext>
            </a:extLst>
          </p:cNvPr>
          <p:cNvSpPr/>
          <p:nvPr/>
        </p:nvSpPr>
        <p:spPr>
          <a:xfrm>
            <a:off x="8365836" y="4198433"/>
            <a:ext cx="1025236" cy="7807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Sum =</a:t>
            </a:r>
          </a:p>
          <a:p>
            <a:pPr algn="ctr"/>
            <a:r>
              <a:rPr lang="en-US" altLang="ko-KR" sz="1200" dirty="0"/>
              <a:t>Sum + num</a:t>
            </a:r>
            <a:endParaRPr lang="ko-KR" altLang="en-US" sz="12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C8F1A82-C697-7E0D-3683-2513C2B46946}"/>
              </a:ext>
            </a:extLst>
          </p:cNvPr>
          <p:cNvSpPr/>
          <p:nvPr/>
        </p:nvSpPr>
        <p:spPr>
          <a:xfrm>
            <a:off x="6553200" y="5353103"/>
            <a:ext cx="1660237" cy="7212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Num = num+1</a:t>
            </a:r>
            <a:endParaRPr lang="ko-KR" altLang="en-US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16A9C36F-996E-6B90-1B14-0AAC042B8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583" y="2007845"/>
            <a:ext cx="1042506" cy="481626"/>
          </a:xfrm>
          <a:prstGeom prst="rect">
            <a:avLst/>
          </a:prstGeom>
        </p:spPr>
      </p:pic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07CECE8-AD08-2CBA-4771-4E3138834217}"/>
              </a:ext>
            </a:extLst>
          </p:cNvPr>
          <p:cNvCxnSpPr>
            <a:endCxn id="24" idx="1"/>
          </p:cNvCxnSpPr>
          <p:nvPr/>
        </p:nvCxnSpPr>
        <p:spPr>
          <a:xfrm>
            <a:off x="5788312" y="5116945"/>
            <a:ext cx="764888" cy="711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07E71926-289C-3D0F-BC5F-82F87974F145}"/>
              </a:ext>
            </a:extLst>
          </p:cNvPr>
          <p:cNvCxnSpPr/>
          <p:nvPr/>
        </p:nvCxnSpPr>
        <p:spPr>
          <a:xfrm flipH="1">
            <a:off x="8291946" y="5038724"/>
            <a:ext cx="695036" cy="6749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F5F75BBF-103A-5257-E8B7-97F72693AAEE}"/>
              </a:ext>
            </a:extLst>
          </p:cNvPr>
          <p:cNvCxnSpPr/>
          <p:nvPr/>
        </p:nvCxnSpPr>
        <p:spPr>
          <a:xfrm>
            <a:off x="7041573" y="6074333"/>
            <a:ext cx="0" cy="4927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725655C5-6D08-C5D8-E526-7D8A4E99759F}"/>
              </a:ext>
            </a:extLst>
          </p:cNvPr>
          <p:cNvCxnSpPr/>
          <p:nvPr/>
        </p:nvCxnSpPr>
        <p:spPr>
          <a:xfrm flipH="1" flipV="1">
            <a:off x="2512291" y="3477202"/>
            <a:ext cx="4560455" cy="30898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340568E-4902-88F4-5B28-C16FD70736E2}"/>
              </a:ext>
            </a:extLst>
          </p:cNvPr>
          <p:cNvCxnSpPr>
            <a:endCxn id="8" idx="1"/>
          </p:cNvCxnSpPr>
          <p:nvPr/>
        </p:nvCxnSpPr>
        <p:spPr>
          <a:xfrm flipV="1">
            <a:off x="2558473" y="2513663"/>
            <a:ext cx="3412836" cy="9635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4902E1B9-F975-CF07-775D-52F5A9B4B20F}"/>
              </a:ext>
            </a:extLst>
          </p:cNvPr>
          <p:cNvCxnSpPr/>
          <p:nvPr/>
        </p:nvCxnSpPr>
        <p:spPr>
          <a:xfrm>
            <a:off x="8049490" y="2513662"/>
            <a:ext cx="20828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순서도: 데이터 44">
            <a:extLst>
              <a:ext uri="{FF2B5EF4-FFF2-40B4-BE49-F238E27FC236}">
                <a16:creationId xmlns:a16="http://schemas.microsoft.com/office/drawing/2014/main" id="{8280765D-D018-9FFF-91DE-54ED5BC70384}"/>
              </a:ext>
            </a:extLst>
          </p:cNvPr>
          <p:cNvSpPr/>
          <p:nvPr/>
        </p:nvSpPr>
        <p:spPr>
          <a:xfrm>
            <a:off x="9922163" y="2208123"/>
            <a:ext cx="1588655" cy="858982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Sum</a:t>
            </a:r>
            <a:r>
              <a:rPr lang="ko-KR" altLang="en-US" sz="1200" dirty="0"/>
              <a:t> 합계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59E50866-805E-6D4B-009D-5BCE7971C746}"/>
              </a:ext>
            </a:extLst>
          </p:cNvPr>
          <p:cNvCxnSpPr/>
          <p:nvPr/>
        </p:nvCxnSpPr>
        <p:spPr>
          <a:xfrm>
            <a:off x="10716490" y="3140833"/>
            <a:ext cx="99292" cy="7267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타원 47">
            <a:extLst>
              <a:ext uri="{FF2B5EF4-FFF2-40B4-BE49-F238E27FC236}">
                <a16:creationId xmlns:a16="http://schemas.microsoft.com/office/drawing/2014/main" id="{035B4A54-C0EA-8451-0F59-A5AFF7754B9F}"/>
              </a:ext>
            </a:extLst>
          </p:cNvPr>
          <p:cNvSpPr/>
          <p:nvPr/>
        </p:nvSpPr>
        <p:spPr>
          <a:xfrm>
            <a:off x="10293927" y="3837817"/>
            <a:ext cx="1265382" cy="8589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종료</a:t>
            </a:r>
          </a:p>
        </p:txBody>
      </p:sp>
    </p:spTree>
    <p:extLst>
      <p:ext uri="{BB962C8B-B14F-4D97-AF65-F5344CB8AC3E}">
        <p14:creationId xmlns:p14="http://schemas.microsoft.com/office/powerpoint/2010/main" val="2066451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35</Words>
  <Application>Microsoft Office PowerPoint</Application>
  <PresentationFormat>와이드스크린</PresentationFormat>
  <Paragraphs>14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Z54202</dc:creator>
  <cp:lastModifiedBy>Z54202</cp:lastModifiedBy>
  <cp:revision>1</cp:revision>
  <dcterms:created xsi:type="dcterms:W3CDTF">2026-08-12T04:09:04Z</dcterms:created>
  <dcterms:modified xsi:type="dcterms:W3CDTF">2026-08-12T04:22:57Z</dcterms:modified>
</cp:coreProperties>
</file>